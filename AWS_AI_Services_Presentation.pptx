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90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3931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A8E8"/>
                </a:solidFill>
              </a:rPr>
              <a:t>AWS AI / ML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E8F7"/>
                </a:solidFill>
              </a:rPr>
              <a:t>Amazon A2I  ·  Amazon Transcribe  ·  Amazon Kendra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2880360"/>
            <a:ext cx="7589520" cy="0"/>
          </a:xfrm>
          <a:prstGeom prst="ellipse">
            <a:avLst/>
          </a:prstGeom>
          <a:noFill/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A8C2"/>
                </a:solidFill>
              </a:rPr>
              <a:t>A comprehensive overview of Human-in-the-Loop, Speech Recognition
and Intelligent Enterprise Search on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2"/>
                </a:solidFill>
              </a:rPr>
              <a:t>Cloud AI Presentation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E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A2I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Human-in-the-Loop ML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A2I?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566160" cy="73152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48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Transcribe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Automated Speech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Transcribe?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5661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Kendra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Intelligent Enterprise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Kendra?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E8"/>
                </a:solidFill>
              </a:rPr>
              <a:t>Amazon Augmented AI (A2I)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Human-in-the-Loop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092" y="13716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Overview &amp; Workforce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</a:rPr>
              <a:t>What is Amazon A2I?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7"/>
                </a:solidFill>
              </a:rPr>
              <a:t>A managed AWS service that enables Human-in-the-Loop (HITL) machine learning — automatically routing uncertain ML predictions to human reviewers for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07791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C000"/>
                </a:solidFill>
              </a:rPr>
              <a:t>KEY</a:t>
            </a:r>
            <a:r>
              <a:rPr sz="1100" b="1" i="0" dirty="0">
                <a:solidFill>
                  <a:srgbClr val="FF9900"/>
                </a:solidFill>
              </a:rPr>
              <a:t>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27831"/>
            <a:ext cx="521208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▸  Improved accuracy via human oversight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▸  Compliance in critical applications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▸  Reduced effort building review systems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▸  Flexible workforce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Workforce 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109728" cy="1234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🏢  Private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846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300" b="0" i="0" dirty="0" smtClean="0">
                <a:solidFill>
                  <a:srgbClr val="8AA8C2"/>
                </a:solidFill>
              </a:rPr>
              <a:t>Your own employees</a:t>
            </a:r>
            <a:r>
              <a:rPr lang="en-US" sz="1300" b="0" i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Internal teams </a:t>
            </a:r>
          </a:p>
          <a:p>
            <a:pPr algn="l"/>
            <a:endParaRPr sz="1300" b="0" i="0" dirty="0">
              <a:solidFill>
                <a:srgbClr val="8AA8C2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109728" cy="1234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🤝  Third-Party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Vendor workforce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10972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🌐  Amazon MTurk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57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Crowd 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888472"/>
            <a:ext cx="52120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Human-in-the-loop ML: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ML makes prediction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Confidence is checked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low → Human verifies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0240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 smtClean="0">
                <a:solidFill>
                  <a:srgbClr val="FF9900"/>
                </a:solidFill>
              </a:rPr>
              <a:t> </a:t>
            </a:r>
            <a:r>
              <a:rPr lang="en-IN" sz="1100" b="1" dirty="0" smtClean="0">
                <a:solidFill>
                  <a:srgbClr val="FFC000"/>
                </a:solidFill>
              </a:rPr>
              <a:t>CONCEPT</a:t>
            </a:r>
            <a:endParaRPr lang="en-IN" sz="1100" b="1" dirty="0">
              <a:solidFill>
                <a:srgbClr val="FFC000"/>
              </a:solidFill>
            </a:endParaRPr>
          </a:p>
          <a:p>
            <a:pPr algn="l"/>
            <a:endParaRPr sz="1100" b="1" i="0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Architecture &amp;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Architecture: Human-Loop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37744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25880" y="1920240"/>
            <a:ext cx="731520" cy="73152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Model
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Model generates output
(Textract / Rekognition
/ SageMaker)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37744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60520" y="1920240"/>
            <a:ext cx="731520" cy="73152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A2I
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Checks confidence
threshold &amp; business
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737360"/>
            <a:ext cx="237744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95160" y="192024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Low-confidence tasks
routed to human
reviewers via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06840" y="1737360"/>
            <a:ext cx="2377440" cy="1097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829800" y="1920240"/>
            <a:ext cx="731520" cy="731520"/>
          </a:xfrm>
          <a:prstGeom prst="ellipse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980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
Consolidation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Reviewed output
stored &amp; returned
to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E8"/>
                </a:solidFill>
              </a:rPr>
              <a:t>Integrated AWS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Textract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5059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Rekognition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7083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SageMaker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107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Comprehend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31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Transcribe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3155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Translate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Real-World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09728" cy="19202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Document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Verify PII redaction in forms, extract key-value pairs from mortgage / tax documents with human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109728" cy="19202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🖼️ Content Moderation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Review flagged images/text for explicit or harmful content before publishing.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09728" cy="1920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🏥 Healthcare &amp;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Ensure high-stakes predictions (diagnoses, loan approvals) meet accuracy and compliance standards.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109728" cy="19202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🔤 Text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Validate OCR output from scanned documents when confidence is below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48A"/>
                </a:solidFill>
              </a:rPr>
              <a:t>Amazon Transcribe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Automated Speech Recognition (ASR) — Speech to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Transcribe — Overview &amp; 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990" y="1175004"/>
            <a:ext cx="539496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8A"/>
                </a:solidFill>
              </a:rPr>
              <a:t>What is Amazon Transcribe?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D0E8F7"/>
                </a:solidFill>
              </a:rPr>
              <a:t>A fully managed Automatic Speech Recognition (ASR) service that converts </a:t>
            </a:r>
            <a:r>
              <a:rPr sz="1350" b="0" i="0" dirty="0" smtClean="0">
                <a:solidFill>
                  <a:srgbClr val="D0E8F7"/>
                </a:solidFill>
              </a:rPr>
              <a:t>spoken </a:t>
            </a:r>
            <a:r>
              <a:rPr sz="1350" b="0" i="0" dirty="0">
                <a:solidFill>
                  <a:srgbClr val="D0E8F7"/>
                </a:solidFill>
              </a:rPr>
              <a:t>audio into accurate written text using deep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469" y="2521293"/>
            <a:ext cx="507492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Converts speech → text using deep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Works on audio &amp; video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 manual typing required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178308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Real-Time
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Live captions for calls
&amp;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178308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Batch
Transcription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Upload &amp; process
recorded audio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04120" y="1828800"/>
            <a:ext cx="178308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Speaker
Diarization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Identify &amp; label
multiple speakers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931920"/>
            <a:ext cx="1783080" cy="91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79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
Vocabulary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Domain-specific terms
for better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931920"/>
            <a:ext cx="178308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Content
Redaction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Auto-hide PII
names, card numbers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04120" y="3931920"/>
            <a:ext cx="178308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95560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Call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Sentiment, phrases
&amp; issue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Transcribe — Architecture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Processing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Audio
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.mp3 .wav
.mp4 →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ASR
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Deep learning
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Text
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JSON / TXT
SRT / VTT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Sentiment &amp;
Phrases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Industry Use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🎬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Subtitles &amp; video captioning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📞 Call Centers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Customer support analysis &amp; QA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🏥 Healthcare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Doctor-patient note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9828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🎓 Education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Lecture transcripts &amp;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900"/>
                </a:solidFill>
              </a:rPr>
              <a:t>Amazon Kendra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Intelligent Enterprise Search Powered by ML &amp;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Overview &amp;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</a:rPr>
              <a:t>What is Amazon Kendra?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7"/>
                </a:solidFill>
              </a:rPr>
              <a:t>An AI-powered enterprise search service that uses Natural Language Processing (NLP) and Machine Learning to deliver highly accurate answers from large volumes of structured and unstructured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8A"/>
                </a:solidFill>
              </a:rPr>
              <a:t>KEY DIFFERENTIATOR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Unlike keyword search, Kendra understands the meaning, context, and intent behind queries — returning direct answers, not just document 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E8"/>
                </a:solidFill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8AA8C2"/>
                </a:solidFill>
              </a:rPr>
              <a:t>"How many leaves are allowed?" → Kendra returns the exact HR policy answer, not a list of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Kendra vs Traditional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192024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173736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874519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828800"/>
            <a:ext cx="182880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94392" y="187451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Amazon Kendra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286000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359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Search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286000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3591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Keyword-based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286000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94392" y="2359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AI / NLP-based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52928"/>
            <a:ext cx="1920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852928"/>
            <a:ext cx="173736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1" y="292608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Low – exact 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285292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94392" y="29260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High – semantic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419856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Context Aware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419856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1" y="3493008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666"/>
                </a:solidFill>
              </a:rPr>
              <a:t>❌ 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3419856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94392" y="34930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✅ 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986783"/>
            <a:ext cx="1920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792" y="4059935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Learning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986783"/>
            <a:ext cx="173736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57031" y="4059935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Static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3986783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94392" y="4059935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Dynamic 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553712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36792" y="4626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Answer Type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4553712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57031" y="4626864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Document links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21240" y="4553712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94392" y="462686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Direct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Architecture &amp; Search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How Amazon Kendra Works — 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260604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25880" y="1920240"/>
            <a:ext cx="731520" cy="73152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Connect S3,
SharePoint,
Salesforce…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60604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251960" y="1920240"/>
            <a:ext cx="731520" cy="73152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Document
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Extract text,
tables, headings
&amp;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737360"/>
            <a:ext cx="260604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78040" y="192024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NLP
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Understand synonyms,
intent &amp; context
(semantic search)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20" y="1737360"/>
            <a:ext cx="2606040" cy="1097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04120" y="1920240"/>
            <a:ext cx="731520" cy="731520"/>
          </a:xfrm>
          <a:prstGeom prst="ellipse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0412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Index
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Build fast, accurate
searchable index
with ML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69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E8"/>
                </a:solidFill>
              </a:rPr>
              <a:t>Query Flow: User → Kendra → Answer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User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Natural language
question asked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Query Understanding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Intent, keywords
&amp; context extracted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79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6635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Search &amp; 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Semantic match
inside index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7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ML 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Best result
ranked 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19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59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2979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Direct Answer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79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Exact answer
returned to 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Features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465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🗣️ Natural Language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465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Ask questions in plain English — no keywords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📂 200+ Data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237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S3, SharePoint, Salesforce, Google Drive &amp;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300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❓ FAQ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0098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Direct answers from uploaded FAQ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782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782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IAM-integrated, document-level permissions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ML Relevance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5546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Learns from user behavior to improve over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63270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Custom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632703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Synonyms, boosting &amp; Custom Document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Use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9164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691640"/>
            <a:ext cx="109728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Enterprise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Internal HR, IT &amp; policy search across all documents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92608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2926080"/>
            <a:ext cx="109728" cy="109728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Customer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520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Self-service portals &amp; chatbot integration with Amazon Lex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16052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160520"/>
            <a:ext cx="109728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4251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📚 Knowledge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54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Centralized knowledge base for employees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39496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5394960"/>
            <a:ext cx="109728" cy="109728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486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AI Applications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Power intelligent Q&amp;A apps on SaaS platforms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When to Use Which Service?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E8"/>
                </a:solidFill>
              </a:rPr>
              <a:t>Amazon A2I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Human-in-the-Loop review for ML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Low-confidence ML outputs need validation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Regulated industries (finance, healthcare)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Content moderation with human oversight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Document processing accuracy is 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70332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8A"/>
                </a:solidFill>
              </a:rPr>
              <a:t>Amazon Transcribe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Convert speech &amp; audio into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Transcribe calls, meetings, or lectures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Generate subtitles for video content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Analyze customer conversations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Build voice-powered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19" y="1234440"/>
            <a:ext cx="37033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199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</a:rPr>
              <a:t>Amazon Kendra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Intelligent search over enterprise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Employees need fast answers from docs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Replace outdated keyword-based search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Power customer self-service portals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Integrate NLP search into SaaS apps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2834640"/>
            <a:ext cx="6675120" cy="0"/>
          </a:xfrm>
          <a:prstGeom prst="ellipse">
            <a:avLst/>
          </a:prstGeom>
          <a:noFill/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E8F7"/>
                </a:solidFill>
              </a:rPr>
              <a:t>Amazon A2I  ·  Amazon Transcribe  ·  Amazon Kendra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A8C2"/>
                </a:solidFill>
              </a:rPr>
              <a:t>Empowering Intelligence with Human + Machine Collaboration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0" y="4663440"/>
            <a:ext cx="274320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E8"/>
                </a:solidFill>
              </a:rPr>
              <a:t>A2I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Human-in-the-Loop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4663440"/>
            <a:ext cx="274320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48A"/>
                </a:solidFill>
              </a:rPr>
              <a:t>Transcribe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Speech to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46634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Kendra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Enterprise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A8E8"/>
                </a:solidFill>
              </a:rP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945</Words>
  <Application>Microsoft Office PowerPoint</Application>
  <PresentationFormat>Custom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Rachana Shirke</cp:lastModifiedBy>
  <cp:revision>3</cp:revision>
  <dcterms:created xsi:type="dcterms:W3CDTF">2013-01-27T09:14:16Z</dcterms:created>
  <dcterms:modified xsi:type="dcterms:W3CDTF">2026-04-29T15:15:14Z</dcterms:modified>
  <cp:category/>
</cp:coreProperties>
</file>